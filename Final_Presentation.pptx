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EV Charging Demand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Capstone project demonstration</a:t>
            </a:r>
          </a:p>
          <a:p>
            <a:pPr>
              <a:defRPr sz="2200"/>
            </a:pPr>
            <a:r>
              <a:t>Random Forest regression + classification</a:t>
            </a:r>
          </a:p>
          <a:p>
            <a:pPr>
              <a:defRPr sz="2200"/>
            </a:pPr>
            <a:r>
              <a:t>Simulated data for learning; not live station forecasts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Estimate charging-session demand from time/session features</a:t>
            </a:r>
          </a:p>
          <a:p>
            <a:pPr>
              <a:defRPr sz="2200"/>
            </a:pPr>
            <a:r>
              <a:t>Classify expected demand as Low, Medium, or High</a:t>
            </a:r>
          </a:p>
          <a:p>
            <a:pPr>
              <a:defRPr sz="2200"/>
            </a:pPr>
            <a:r>
              <a:t>Evaluate models and display trends in a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3,200 simulated observations across 2024</a:t>
            </a:r>
          </a:p>
          <a:p>
            <a:pPr>
              <a:defRPr sz="2200"/>
            </a:pPr>
            <a:r>
              <a:t>Time: hour, weekday, month, weekend</a:t>
            </a:r>
          </a:p>
          <a:p>
            <a:pPr>
              <a:defRPr sz="2200"/>
            </a:pPr>
            <a:r>
              <a:t>Session: duration, energy delivered</a:t>
            </a:r>
          </a:p>
          <a:p>
            <a:pPr>
              <a:defRPr sz="2200"/>
            </a:pPr>
            <a:r>
              <a:t>Targets: session count and demand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Clean and sort records by timestamp</a:t>
            </a:r>
          </a:p>
          <a:p>
            <a:pPr>
              <a:defRPr sz="2200"/>
            </a:pPr>
            <a:r>
              <a:t>Create time-based features</a:t>
            </a:r>
          </a:p>
          <a:p>
            <a:pPr>
              <a:defRPr sz="2200"/>
            </a:pPr>
            <a:r>
              <a:t>Use first 80% for training and final 20% for testing</a:t>
            </a:r>
          </a:p>
          <a:p>
            <a:pPr>
              <a:defRPr sz="2200"/>
            </a:pPr>
            <a:r>
              <a:t>Train Random Forest regressor and classifier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Regression MAE: 2.347</a:t>
            </a:r>
          </a:p>
          <a:p>
            <a:pPr>
              <a:defRPr sz="2200"/>
            </a:pPr>
            <a:r>
              <a:t>Regression RMSE: 3.039; R²: 0.508</a:t>
            </a:r>
          </a:p>
          <a:p>
            <a:pPr>
              <a:defRPr sz="2200"/>
            </a:pPr>
            <a:r>
              <a:t>Classification accuracy: 0.561</a:t>
            </a:r>
          </a:p>
          <a:p>
            <a:pPr>
              <a:defRPr sz="2200"/>
            </a:pPr>
            <a:r>
              <a:t>Weighted F1: 0.539</a:t>
            </a:r>
          </a:p>
          <a:p>
            <a:pPr>
              <a:defRPr sz="2200"/>
            </a:pPr>
            <a:r>
              <a:t>Metrics are illustrative because data is simulated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Hourly Demand Pattern</a:t>
            </a:r>
          </a:p>
        </p:txBody>
      </p:sp>
      <p:pic>
        <p:nvPicPr>
          <p:cNvPr id="3" name="Picture 2" descr="hourl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Results</a:t>
            </a:r>
          </a:p>
        </p:txBody>
      </p:sp>
      <p:pic>
        <p:nvPicPr>
          <p:cNvPr id="3" name="Picture 2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62483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48201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and Sample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Streamlit dashboard shows demand trends and label distribution</a:t>
            </a:r>
          </a:p>
          <a:p>
            <a:pPr>
              <a:defRPr sz="2200"/>
            </a:pPr>
            <a:r>
              <a:t>Users select time and session characteristics</a:t>
            </a:r>
          </a:p>
          <a:p>
            <a:pPr>
              <a:defRPr sz="2200"/>
            </a:pPr>
            <a:r>
              <a:t>Model outputs estimated sessions and demand category</a:t>
            </a:r>
          </a:p>
          <a:p>
            <a:pPr>
              <a:defRPr sz="2200"/>
            </a:pPr>
            <a:r>
              <a:t>Output is not real-time charger availability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Replace synthetic data with documented real charging records</a:t>
            </a:r>
          </a:p>
          <a:p>
            <a:pPr>
              <a:defRPr sz="2200"/>
            </a:pPr>
            <a:r>
              <a:t>Add location, weather, holidays, pricing, and charger status where available</a:t>
            </a:r>
          </a:p>
          <a:p>
            <a:pPr>
              <a:defRPr sz="2200"/>
            </a:pPr>
            <a:r>
              <a:t>Validate across later dates and multiple stations</a:t>
            </a:r>
          </a:p>
          <a:p>
            <a:pPr>
              <a:defRPr sz="2200"/>
            </a:pPr>
            <a:r>
              <a:t>Monitor model drift and communicate uncertainty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